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8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13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07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56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24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42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83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63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90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35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09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85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917F768-6057-4051-8D52-2A347BA51EC7}" type="datetimeFigureOut">
              <a:rPr lang="ru-RU" smtClean="0"/>
              <a:t>05.06.2025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8D2B6D5-B15C-4840-905D-BE8A175E2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99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65506D5-830C-408D-B1CB-135C7DC571B7}"/>
              </a:ext>
            </a:extLst>
          </p:cNvPr>
          <p:cNvGrpSpPr/>
          <p:nvPr/>
        </p:nvGrpSpPr>
        <p:grpSpPr>
          <a:xfrm>
            <a:off x="1867228" y="383552"/>
            <a:ext cx="8643556" cy="1438257"/>
            <a:chOff x="323528" y="108069"/>
            <a:chExt cx="8466749" cy="146295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0EFC1A67-FE4D-407B-9966-DC3EDCCEB0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08069"/>
              <a:ext cx="1872208" cy="14629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AB5D4142-4D79-4A45-8041-6D21FA36D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776" y="476672"/>
              <a:ext cx="6234501" cy="725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D2C31E1-2D76-44F0-9D31-57CD525141A4}"/>
              </a:ext>
            </a:extLst>
          </p:cNvPr>
          <p:cNvSpPr txBox="1"/>
          <p:nvPr/>
        </p:nvSpPr>
        <p:spPr>
          <a:xfrm>
            <a:off x="1747918" y="3689204"/>
            <a:ext cx="8696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Специальность 09.02.07 Информационные системы и программирование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75CB4-4BFB-4C06-BD42-0A3DCE4E871F}"/>
              </a:ext>
            </a:extLst>
          </p:cNvPr>
          <p:cNvSpPr txBox="1"/>
          <p:nvPr/>
        </p:nvSpPr>
        <p:spPr>
          <a:xfrm>
            <a:off x="7549539" y="4389058"/>
            <a:ext cx="3499128" cy="25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ru-RU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Гусенков Н.А.</a:t>
            </a:r>
          </a:p>
          <a:p>
            <a:pPr>
              <a:lnSpc>
                <a:spcPts val="2800"/>
              </a:lnSpc>
            </a:pPr>
            <a:r>
              <a:rPr lang="ru-RU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  Коротков А.Е.</a:t>
            </a:r>
          </a:p>
          <a:p>
            <a:pPr>
              <a:lnSpc>
                <a:spcPts val="2800"/>
              </a:lnSpc>
            </a:pPr>
            <a:r>
              <a:rPr lang="ru-RU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Шохрин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Д.А. </a:t>
            </a:r>
            <a:endParaRPr lang="ru-RU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1П</a:t>
            </a:r>
            <a:r>
              <a:rPr lang="ru-RU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курс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 Голубева Е.П.</a:t>
            </a:r>
          </a:p>
          <a:p>
            <a:pPr>
              <a:lnSpc>
                <a:spcPts val="28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		   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Мамшева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Ю.С.</a:t>
            </a:r>
            <a:endParaRPr lang="ru-RU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		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965FDE-7E03-420F-A904-C27781250461}"/>
              </a:ext>
            </a:extLst>
          </p:cNvPr>
          <p:cNvSpPr txBox="1"/>
          <p:nvPr/>
        </p:nvSpPr>
        <p:spPr>
          <a:xfrm>
            <a:off x="5141540" y="5938849"/>
            <a:ext cx="2094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Нижний Новгород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A3FF0A-699A-49B5-AFF0-8249ED1492B6}"/>
              </a:ext>
            </a:extLst>
          </p:cNvPr>
          <p:cNvSpPr txBox="1"/>
          <p:nvPr/>
        </p:nvSpPr>
        <p:spPr>
          <a:xfrm>
            <a:off x="4955628" y="1965803"/>
            <a:ext cx="2466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ИТОГОВАЯ РАБОТА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9B8D43-F9F1-8909-9A34-3F855AE770BB}"/>
              </a:ext>
            </a:extLst>
          </p:cNvPr>
          <p:cNvSpPr txBox="1"/>
          <p:nvPr/>
        </p:nvSpPr>
        <p:spPr>
          <a:xfrm>
            <a:off x="3863180" y="2781337"/>
            <a:ext cx="4533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B44A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Производственная практика</a:t>
            </a:r>
          </a:p>
        </p:txBody>
      </p:sp>
    </p:spTree>
    <p:extLst>
      <p:ext uri="{BB962C8B-B14F-4D97-AF65-F5344CB8AC3E}">
        <p14:creationId xmlns:p14="http://schemas.microsoft.com/office/powerpoint/2010/main" val="398903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22E9D-6723-1206-9BD0-8105C496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Цели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41E4B5-5053-0A2A-7EF4-1928C766D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86071"/>
            <a:ext cx="9872871" cy="4309929"/>
          </a:xfrm>
        </p:spPr>
        <p:txBody>
          <a:bodyPr/>
          <a:lstStyle/>
          <a:p>
            <a:pPr marL="45720" indent="0">
              <a:buNone/>
            </a:pPr>
            <a:r>
              <a:rPr lang="ru-RU" dirty="0"/>
              <a:t>Цель практики: разработать образовательную платформу «Эврика».</a:t>
            </a:r>
          </a:p>
          <a:p>
            <a:pPr marL="45720" indent="0">
              <a:buNone/>
            </a:pPr>
            <a:r>
              <a:rPr lang="ru-RU" dirty="0"/>
              <a:t>Задачи</a:t>
            </a:r>
            <a:endParaRPr lang="en-US" dirty="0"/>
          </a:p>
          <a:p>
            <a:r>
              <a:rPr lang="ru-RU" dirty="0"/>
              <a:t>Определение структуры сайта</a:t>
            </a:r>
          </a:p>
          <a:p>
            <a:r>
              <a:rPr lang="ru-RU" dirty="0"/>
              <a:t>Реализация макетов страниц сайта в </a:t>
            </a:r>
            <a:r>
              <a:rPr lang="en-US" dirty="0" err="1"/>
              <a:t>Figm’e</a:t>
            </a:r>
            <a:endParaRPr lang="ru-RU" dirty="0"/>
          </a:p>
          <a:p>
            <a:r>
              <a:rPr lang="ru-RU" dirty="0"/>
              <a:t>Реализация </a:t>
            </a:r>
            <a:r>
              <a:rPr lang="en-US" dirty="0"/>
              <a:t>HTML </a:t>
            </a:r>
            <a:r>
              <a:rPr lang="ru-RU" dirty="0"/>
              <a:t>верстки и </a:t>
            </a:r>
            <a:r>
              <a:rPr lang="en-US" dirty="0"/>
              <a:t>CSS </a:t>
            </a:r>
            <a:r>
              <a:rPr lang="ru-RU" dirty="0"/>
              <a:t>стилей</a:t>
            </a:r>
            <a:endParaRPr lang="en-US" dirty="0"/>
          </a:p>
          <a:p>
            <a:r>
              <a:rPr lang="ru-RU" dirty="0"/>
              <a:t>Разработка базы данных</a:t>
            </a:r>
          </a:p>
          <a:p>
            <a:r>
              <a:rPr lang="ru-RU" dirty="0"/>
              <a:t>Реализация </a:t>
            </a:r>
            <a:r>
              <a:rPr lang="en-US" dirty="0" err="1"/>
              <a:t>Backend’a</a:t>
            </a:r>
            <a:endParaRPr lang="ru-RU" dirty="0"/>
          </a:p>
          <a:p>
            <a:r>
              <a:rPr lang="ru-RU" dirty="0"/>
              <a:t>Проведение </a:t>
            </a:r>
            <a:r>
              <a:rPr lang="en-US" dirty="0"/>
              <a:t>Unit</a:t>
            </a:r>
            <a:r>
              <a:rPr lang="ru-RU" dirty="0"/>
              <a:t>-тестирования</a:t>
            </a:r>
            <a:endParaRPr lang="en-US" dirty="0"/>
          </a:p>
          <a:p>
            <a:r>
              <a:rPr lang="ru-RU" dirty="0"/>
              <a:t>Разработка документации</a:t>
            </a:r>
            <a:endParaRPr lang="en-US" dirty="0"/>
          </a:p>
          <a:p>
            <a:endParaRPr lang="ru-RU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71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047C6F-5D61-36D8-E7DF-B22F63ED2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270475"/>
          </a:xfrm>
        </p:spPr>
        <p:txBody>
          <a:bodyPr/>
          <a:lstStyle/>
          <a:p>
            <a:pPr algn="ctr"/>
            <a:r>
              <a:rPr lang="ru-RU" dirty="0"/>
              <a:t>Общая 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9AB34B-8D94-FD0C-FE36-A3F7F616D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4" y="1880075"/>
            <a:ext cx="9872871" cy="4038600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dirty="0"/>
              <a:t>Цели сайта:</a:t>
            </a:r>
          </a:p>
          <a:p>
            <a:r>
              <a:rPr lang="ru-RU" dirty="0"/>
              <a:t>Повышение уровня знаний и навыков пользователей.</a:t>
            </a:r>
          </a:p>
          <a:p>
            <a:r>
              <a:rPr lang="ru-RU" dirty="0"/>
              <a:t>Доступность качественного дистанционного обучения</a:t>
            </a:r>
          </a:p>
          <a:p>
            <a:pPr marL="45720" indent="0">
              <a:buNone/>
            </a:pPr>
            <a:r>
              <a:rPr lang="ru-RU" dirty="0"/>
              <a:t>Целевая аудитория сайта:</a:t>
            </a:r>
          </a:p>
          <a:p>
            <a:r>
              <a:rPr lang="ru-RU" dirty="0"/>
              <a:t>Студенты и молодые специалисты, желающие развить профессиональные навыки.</a:t>
            </a:r>
          </a:p>
          <a:p>
            <a:r>
              <a:rPr lang="ru-RU" dirty="0"/>
              <a:t>Работающие специалисты, стремящиеся расширить компетенции и карьерно расти.</a:t>
            </a:r>
          </a:p>
          <a:p>
            <a:r>
              <a:rPr lang="ru-RU" dirty="0"/>
              <a:t>Самостоятельно мотивированные взрослые пользователи, интересующиеся новым знаниями.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8E4984C-1110-2264-A7AB-63376D6E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32"/>
            <a:ext cx="384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31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Структура сайта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28DC34-49C1-6798-B452-CF3D6BB44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44" y="1965960"/>
            <a:ext cx="3229614" cy="44445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E4BC8E4-3436-AE24-E8E6-229F636C5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218" y="1965960"/>
            <a:ext cx="2345691" cy="340566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6D37037-10FD-C986-966C-F4BE57DE9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092" y="1965960"/>
            <a:ext cx="2534729" cy="340566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4A15B06-4B00-CBCB-32AB-5902DFEE0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8147" y="1965960"/>
            <a:ext cx="3011909" cy="444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7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Основы взаимодействия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E90A38-E4F0-DAE3-0426-3903A118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64" y="2195619"/>
            <a:ext cx="5487943" cy="3487412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09847D-A74A-A572-1677-FF3F24F71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1621979"/>
            <a:ext cx="2700971" cy="4634692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85670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Основы взаимодействия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FF4FDC-CFAF-296C-115E-4CC1BFBD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85" y="2484977"/>
            <a:ext cx="5817851" cy="2521596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02D6BE-A641-20A1-3097-534718C27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254" y="1709757"/>
            <a:ext cx="2902721" cy="4072035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25405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Основы взаимодействия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B831C2-618A-43F0-BD88-46E3D0DDD0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03002" y="1803864"/>
            <a:ext cx="3635961" cy="44886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50C278-9A2B-487A-BA79-D2215F32190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77472" y="1831056"/>
            <a:ext cx="3635961" cy="4434308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67798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Макеты страниц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4DD735-CEE0-E2AE-259D-9E2353F5C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57" y="1636914"/>
            <a:ext cx="3332860" cy="22228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9E36784-169B-6896-DA63-D6A43315D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462" y="3908910"/>
            <a:ext cx="3746312" cy="267990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0B254B7-F9BA-1B7D-F9BD-FFAE32CB4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570" y="1647596"/>
            <a:ext cx="3332860" cy="222285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A80F3A7-BA5C-6D7C-C425-8E461FE3A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227" y="3908910"/>
            <a:ext cx="3746311" cy="267366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334AFC-CD3E-364F-59BF-46BD270AC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383" y="1636914"/>
            <a:ext cx="3332860" cy="223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2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База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76F099-5EE3-40EF-86FB-9829ECDD3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48" y="1625437"/>
            <a:ext cx="2763504" cy="45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6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Инструментальные средства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E76D08-B508-5DEE-13CA-7796FF7C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20" y="4724336"/>
            <a:ext cx="3762900" cy="168616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7C119A8-8C15-A988-E33F-AEE677E7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034" y="3605248"/>
            <a:ext cx="2099634" cy="280524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6B44A01-521B-BD87-B816-5B6783B7D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354" y="1803864"/>
            <a:ext cx="4232994" cy="156725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7605A36-4AB5-E000-91DE-8A1262A2B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019" y="1803864"/>
            <a:ext cx="2626465" cy="251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89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86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Реализация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FC01A6-8BB4-F68B-539E-5E5130B5D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28" y="1464888"/>
            <a:ext cx="2505855" cy="49456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EF0B0F-20F6-E562-FC38-82D81E9B0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275" y="2108831"/>
            <a:ext cx="2509154" cy="29453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8513C76-14AB-665C-744D-177477269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321" y="2108831"/>
            <a:ext cx="2630329" cy="294530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AB8B65A-5CDF-40A0-89B2-84244DB57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4509" y="1464888"/>
            <a:ext cx="2505855" cy="494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7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Реализация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9DAC87-A7FC-4B53-9B2B-9769FC226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42" y="1803864"/>
            <a:ext cx="4502618" cy="27932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2C1F4D-1C35-4D19-A2A2-F754E3DDE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609" y="3134315"/>
            <a:ext cx="5562322" cy="307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2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Код </a:t>
            </a:r>
            <a:r>
              <a:rPr lang="ru-RU" dirty="0" err="1"/>
              <a:t>Прюффера</a:t>
            </a:r>
            <a:r>
              <a:rPr lang="ru-RU" dirty="0"/>
              <a:t> (Шохрин)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F9B6E3-0F90-4753-B3DA-E3E2F458E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91" y="1796127"/>
            <a:ext cx="4002977" cy="250765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FAEB5F7-DA65-402B-B580-5C1CB3FDD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93" y="1854185"/>
            <a:ext cx="4402448" cy="2288992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E462F70-DD37-4692-A6F6-B83B2CB2B88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98354" y="4545509"/>
            <a:ext cx="1973390" cy="1638423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516465-416D-43F7-96B3-AFD2165D11B6}"/>
              </a:ext>
            </a:extLst>
          </p:cNvPr>
          <p:cNvPicPr/>
          <p:nvPr/>
        </p:nvPicPr>
        <p:blipFill rotWithShape="1">
          <a:blip r:embed="rId5"/>
          <a:srcRect l="1099" r="-1"/>
          <a:stretch/>
        </p:blipFill>
        <p:spPr>
          <a:xfrm>
            <a:off x="5949696" y="4893234"/>
            <a:ext cx="2515221" cy="942975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5819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Моделирование траектории движения тел в различных средах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9C0459-894E-4569-8903-D2ABD5406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45" y="1872970"/>
            <a:ext cx="2970733" cy="229255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EEDA52-B2F0-4411-8812-73A90BE33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333" y="4579897"/>
            <a:ext cx="2970733" cy="1792812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5B668B-350D-4AC0-AB16-B99CEDFB7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632" y="2081937"/>
            <a:ext cx="3115858" cy="1963378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E1B370-B485-4639-BF1E-D6685A6CA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503" y="4477675"/>
            <a:ext cx="3091474" cy="1895034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5D94490-BBD6-4CA2-8421-621524DBB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1544" y="2081937"/>
            <a:ext cx="3198555" cy="1989151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405285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Задача Джонсона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165328-E3DF-47D2-9BCB-25F89D60A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932" y="1803864"/>
            <a:ext cx="3972244" cy="4035996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8E7058-AB9A-405D-BABE-DD1CE677F46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7111" y="2044022"/>
            <a:ext cx="829247" cy="1213532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B2A61E-279A-4B2D-93F0-7D37D4E41695}"/>
              </a:ext>
            </a:extLst>
          </p:cNvPr>
          <p:cNvPicPr/>
          <p:nvPr/>
        </p:nvPicPr>
        <p:blipFill rotWithShape="1">
          <a:blip r:embed="rId4"/>
          <a:srcRect r="8701"/>
          <a:stretch/>
        </p:blipFill>
        <p:spPr>
          <a:xfrm>
            <a:off x="6096000" y="3821862"/>
            <a:ext cx="5411470" cy="1688266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13433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/>
          <a:lstStyle/>
          <a:p>
            <a:pPr algn="ctr"/>
            <a:r>
              <a:rPr lang="ru-RU" dirty="0"/>
              <a:t>Решение оптимизационной задачи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0A6D4F-00FA-4415-AD0D-4438CAE1A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" y="1681285"/>
            <a:ext cx="4543460" cy="4489047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6ED577-F5FC-4E84-93ED-A71F91926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751" y="1985637"/>
            <a:ext cx="5540385" cy="3890907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23793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DF37452-DA46-BC5F-79DA-0EFE6314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47504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Математическое моделирование (Коротков А.Е.)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r="54621"/>
          <a:stretch/>
        </p:blipFill>
        <p:spPr>
          <a:xfrm>
            <a:off x="1146557" y="3984506"/>
            <a:ext cx="955382" cy="261021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29" y="1446306"/>
            <a:ext cx="3513139" cy="24941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335" y="4606902"/>
            <a:ext cx="3867266" cy="89447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695" y="1490355"/>
            <a:ext cx="2426178" cy="222637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354" y="1431393"/>
            <a:ext cx="3801406" cy="234429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2354" y="4051999"/>
            <a:ext cx="3651660" cy="205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94358-25A4-4DC9-9C70-38299F5CC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400" dirty="0"/>
              <a:t>Монте-Карло</a:t>
            </a:r>
            <a:br>
              <a:rPr lang="ru-RU" sz="4400" dirty="0"/>
            </a:br>
            <a:r>
              <a:rPr lang="ru-RU" sz="4400" dirty="0"/>
              <a:t>(Гусенков Н.А.)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87B258-BED8-44E9-B28E-ADCDF98A36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34049" y="2238375"/>
            <a:ext cx="2676525" cy="11906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242C5E-DE98-4A54-8278-484D062CA80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83515" y="3902669"/>
            <a:ext cx="3177592" cy="1466710"/>
          </a:xfrm>
          <a:prstGeom prst="rect">
            <a:avLst/>
          </a:prstGeom>
        </p:spPr>
      </p:pic>
      <p:pic>
        <p:nvPicPr>
          <p:cNvPr id="6" name="Объект 5">
            <a:extLst>
              <a:ext uri="{FF2B5EF4-FFF2-40B4-BE49-F238E27FC236}">
                <a16:creationId xmlns:a16="http://schemas.microsoft.com/office/drawing/2014/main" id="{E0D0A395-7D01-403A-9C88-BED0C4787C4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720956" y="2057399"/>
            <a:ext cx="3303042" cy="14667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8A941C-0161-4224-A345-95755B0FA87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720956" y="3645206"/>
            <a:ext cx="3303042" cy="2197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9D4B15-3D1E-4E60-8A49-C28F3430D239}"/>
              </a:ext>
            </a:extLst>
          </p:cNvPr>
          <p:cNvSpPr txBox="1"/>
          <p:nvPr/>
        </p:nvSpPr>
        <p:spPr>
          <a:xfrm>
            <a:off x="1392572" y="5843048"/>
            <a:ext cx="3177592" cy="665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200"/>
              </a:spcBef>
              <a:tabLst>
                <a:tab pos="630555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Вычисление значения числа Пи методом Монте-Карло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37652-2ADE-4B06-B5C1-DB7DE99E4143}"/>
              </a:ext>
            </a:extLst>
          </p:cNvPr>
          <p:cNvSpPr txBox="1"/>
          <p:nvPr/>
        </p:nvSpPr>
        <p:spPr>
          <a:xfrm>
            <a:off x="6720956" y="5843048"/>
            <a:ext cx="3496111" cy="665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200"/>
              </a:spcBef>
              <a:tabLst>
                <a:tab pos="630555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Вычисление площади фигуры методом Монте-Карло</a:t>
            </a:r>
          </a:p>
        </p:txBody>
      </p:sp>
    </p:spTree>
    <p:extLst>
      <p:ext uri="{BB962C8B-B14F-4D97-AF65-F5344CB8AC3E}">
        <p14:creationId xmlns:p14="http://schemas.microsoft.com/office/powerpoint/2010/main" val="336457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8FD0A-2801-48FA-87AE-DE1BA523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Код </a:t>
            </a:r>
            <a:r>
              <a:rPr lang="ru-RU" sz="3600" dirty="0" err="1"/>
              <a:t>Прюфера</a:t>
            </a:r>
            <a:r>
              <a:rPr lang="ru-RU" sz="3600" dirty="0"/>
              <a:t>, Декодирование кода </a:t>
            </a:r>
            <a:r>
              <a:rPr lang="ru-RU" sz="3600" dirty="0" err="1"/>
              <a:t>Прюфера</a:t>
            </a:r>
            <a:r>
              <a:rPr lang="ru-RU" sz="3600" dirty="0"/>
              <a:t>, задача Джонсона, задача перераспределения расходов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7FC79F-51A7-4D58-9B6F-211905ACFB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2057400"/>
            <a:ext cx="1628775" cy="2114550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F30E272E-1EF2-400B-9929-28151E983A0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1359" y="4420487"/>
            <a:ext cx="2372056" cy="9431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CAB6C6-6002-4A6E-86D6-43CB0A950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787" y="2958465"/>
            <a:ext cx="2978835" cy="59426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73B0D4-A297-4356-A52E-305B4AC8154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294202" y="2057400"/>
            <a:ext cx="1657350" cy="8096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708F82-E137-4815-BCB1-0BD56E20F6D9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111224" y="2010727"/>
            <a:ext cx="2400300" cy="18954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51F8EF4-86B8-4413-B523-90E71CE44B37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8111224" y="3767561"/>
            <a:ext cx="2762818" cy="22489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3AEFB6-E7EC-4473-8273-0693651FE6D0}"/>
              </a:ext>
            </a:extLst>
          </p:cNvPr>
          <p:cNvSpPr txBox="1"/>
          <p:nvPr/>
        </p:nvSpPr>
        <p:spPr>
          <a:xfrm>
            <a:off x="958880" y="5243376"/>
            <a:ext cx="1650097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200"/>
              </a:spcBef>
              <a:tabLst>
                <a:tab pos="630555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Код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Прюфера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80D61-0C20-44D8-87A0-B4AB152B8578}"/>
              </a:ext>
            </a:extLst>
          </p:cNvPr>
          <p:cNvSpPr txBox="1"/>
          <p:nvPr/>
        </p:nvSpPr>
        <p:spPr>
          <a:xfrm>
            <a:off x="3977176" y="3620316"/>
            <a:ext cx="2372056" cy="665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200"/>
              </a:spcBef>
              <a:tabLst>
                <a:tab pos="630555" algn="l"/>
              </a:tabLs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Декодирование к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ода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Прюфера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0D20E43-DC55-4CA3-B112-5143EC2BBC0B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3518481" y="4353022"/>
            <a:ext cx="1704975" cy="15811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E2B92CD-4481-4BD0-B344-E20778A3C93E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5496745" y="4353022"/>
            <a:ext cx="2085975" cy="14763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F2ECEB-EF1A-4798-BEF6-79FFB51EE7E2}"/>
              </a:ext>
            </a:extLst>
          </p:cNvPr>
          <p:cNvSpPr txBox="1"/>
          <p:nvPr/>
        </p:nvSpPr>
        <p:spPr>
          <a:xfrm>
            <a:off x="8139468" y="5943465"/>
            <a:ext cx="2372056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200"/>
              </a:spcBef>
              <a:tabLst>
                <a:tab pos="630555" algn="l"/>
              </a:tabLs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 Джонсона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472F4-B776-4082-83B2-8B89731BBE95}"/>
              </a:ext>
            </a:extLst>
          </p:cNvPr>
          <p:cNvSpPr txBox="1"/>
          <p:nvPr/>
        </p:nvSpPr>
        <p:spPr>
          <a:xfrm>
            <a:off x="4052533" y="5896985"/>
            <a:ext cx="2372056" cy="665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200"/>
              </a:spcBef>
              <a:tabLst>
                <a:tab pos="630555" algn="l"/>
              </a:tabLs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Перераспределение расходов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92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D8CF0-C5E9-425E-B889-8945DC60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effectLst/>
                <a:latin typeface="SB Sans Text"/>
              </a:rPr>
              <a:t>Расчёт путей перемещения объектов в разных условиях среды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80B8C6-880A-4ECE-95BB-5831E61DE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CCBC82-7F03-4B9D-B3D8-502873F67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355" y="4194226"/>
            <a:ext cx="2970733" cy="229255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3B8505-623F-47CF-878A-56F2694BA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793" y="2106737"/>
            <a:ext cx="2970733" cy="1792812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054FA2-595B-4AB0-98CC-899426E85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105" y="2072081"/>
            <a:ext cx="3115858" cy="1963378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E60C78-561F-4408-BC51-853BE8151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3452" y="2106737"/>
            <a:ext cx="3091474" cy="1895034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240310F-8E0B-4BFE-BFAD-F2AC8A50C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2491" y="4345925"/>
            <a:ext cx="3198555" cy="1989151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09994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Другая 16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B44A45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B772B57D-7665-4F5C-B7B0-4E4154F07767}" vid="{B8CECECF-424F-4C52-BF99-574A164E2D1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240</Words>
  <Application>Microsoft Office PowerPoint</Application>
  <PresentationFormat>Широкоэкранный</PresentationFormat>
  <Paragraphs>55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Corbel</vt:lpstr>
      <vt:lpstr>inherit</vt:lpstr>
      <vt:lpstr>SB Sans Text</vt:lpstr>
      <vt:lpstr>Times New Roman</vt:lpstr>
      <vt:lpstr>Тема1</vt:lpstr>
      <vt:lpstr>Презентация PowerPoint</vt:lpstr>
      <vt:lpstr>Цели и задачи практики</vt:lpstr>
      <vt:lpstr>Общая информация</vt:lpstr>
      <vt:lpstr>Структура сайта</vt:lpstr>
      <vt:lpstr>Основы взаимодействия</vt:lpstr>
      <vt:lpstr>Основы взаимодействия</vt:lpstr>
      <vt:lpstr>Основы взаимодействия</vt:lpstr>
      <vt:lpstr>Макеты страниц</vt:lpstr>
      <vt:lpstr>База данных</vt:lpstr>
      <vt:lpstr>Инструментальные средства</vt:lpstr>
      <vt:lpstr>Реализация</vt:lpstr>
      <vt:lpstr>Реализация</vt:lpstr>
      <vt:lpstr>Код Прюффера (Шохрин)</vt:lpstr>
      <vt:lpstr>Моделирование траектории движения тел в различных средах</vt:lpstr>
      <vt:lpstr>Задача Джонсона</vt:lpstr>
      <vt:lpstr>Решение оптимизационной задачи</vt:lpstr>
      <vt:lpstr>Математическое моделирование (Коротков А.Е.)</vt:lpstr>
      <vt:lpstr>Монте-Карло (Гусенков Н.А.)</vt:lpstr>
      <vt:lpstr>Код Прюфера, Декодирование кода Прюфера, задача Джонсона, задача перераспределения расходов</vt:lpstr>
      <vt:lpstr>Расчёт путей перемещения объектов в разных условиях среды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ГусенковНА@ngknn.local</dc:creator>
  <cp:lastModifiedBy>Никита Гусенков</cp:lastModifiedBy>
  <cp:revision>14</cp:revision>
  <dcterms:created xsi:type="dcterms:W3CDTF">2025-06-04T09:46:03Z</dcterms:created>
  <dcterms:modified xsi:type="dcterms:W3CDTF">2025-06-04T22:31:01Z</dcterms:modified>
</cp:coreProperties>
</file>